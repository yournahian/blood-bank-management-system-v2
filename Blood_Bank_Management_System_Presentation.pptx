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37160" cy="32004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Blood Supply Chain with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AI &amp; Outbreak Forecasting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7490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HealthTech Platform Integrating Real-Time Inventory, Haversine Spatial Matching, Monte-Carlo Demand Simulation &amp; Groq Llama 3.3 Agent Execution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937760"/>
            <a:ext cx="987552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2578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Pillars: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LLM Agent  •  Epidemic &amp; Holiday Forecasting  •  GPS Proximity Routing  •  Live Stock Lifecycle  •  Zero Wastage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Healthcare Domain Background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Lifeline in Healthcare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transfusion is an irreplaceable emergency medical requirement for surgeries, trauma patients, thalassemia care, and postpartum hemorrhage. No synthetic substitute exists for human whole blood and platelets.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28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 Biological Inventory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products possess strict, immutable shelf lives: Whole Blood lasts only 35 to 42 days, while Platelet concentrates expire within 5 days. Efficient, real-time lifecycle tracking is mandatory to avoid fatal shortages and wastage.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8288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 Opportunity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blood banks rely on isolated paper logs or passive spreadsheets. BBMS introduces a modern, intelligent web platform that bridges donors, hospitals, and blood banks through automated workflows and predictive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Critical Gaps in Existing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Demand Surges &amp; Stockouts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Epidemics (such as Dengue outbreaks in South Asia) and seasonal holidays (e.g. Eid highway travel spikes) trigger sudden, catastrophic demand spikes that deplete blood reserves without warning.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Biological Wastage Due to Expiration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automated First-Expired, First-Out (FEFO) alerts, high-value blood units expire on storage shelves, causing tragic preventable loss while neighboring facilities face shortages.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Disconnected Emergency Matching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compatible and available donors in emergency crises is hindered by lack of geospatial proximity intelligence, resulting in lost critical hours during patient resuscitation.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251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Interfaces for High-Stress Staff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709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staff and lab technicians under acute time pressure struggle with complex multi-click database forms, creating human error and operational bottlenecks.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Core Value Propositions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45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6C63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19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LLM Agent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administrators and hospital staff to converse naturally with an LLM that autonomously looks up stock, searches donors, generates Google Maps GPS links, and executes database mutations.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788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CC003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862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Demand Forecasting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and predict blood consumption under outbreak scenarios (Dengue fever) and holiday mobility spikes, computing exact depletion days and automated target collection alerts.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931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05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Nearest-Donor Matching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Haversine distance algorithm and direct Google Maps routing to locate eligible donors closest to the patient in emergency situations within seconds.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50749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1480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502920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Real-Time Stock Lifecycle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5349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an end-to-end stock dashboard with expiration heatmaps, digital donor ID card generation, and audit logging to ensure 100% compliance and zero preventable wastage.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Inputs vs. Corresponding Intelligent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6916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 STREAMS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Donor Profiles (Name, Blood Group, Phone, City, GPS/Address, Last Donation Date)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Hospital Blood Requests (Blood Group, Units, Priority, Hospital Name)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Language Queries ("Location of ID 5", "How much A- blood we have?", "Add donor")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Forecasting Simulation Parameters (Blood Group, Dengue Outbreak toggle, Holiday/Eid toggle)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Stock Lifecycle Updates (Blood Units, Expiry Dates, Quarantine status)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6916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 SYSTEM OUTPUTS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Central Stock Matrix (Available Units, Expiry Dates, Group Breakdown)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AI Chat Cards with embedded Google Maps redirection buttons &amp; Donor Cards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Outbreak Forecast Reports: Daily Consumption Rate, Days of Supply Left &amp; Deficit Alert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Geospatial Map Links &amp; Distance Calculations to eligible donors for emergency calls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Printable Digital Donor ID Cards with QR code verification and personal blood badge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&amp; Mathematical Models Powering BBMS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383280" cy="914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691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Demand Forecasting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D_t = B_bg · (1 + δ_dengue) · (1 + δ_holiday)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T_depletion = ⌊ S / D_t ⌋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Deficit = max(0, 7·D_t - 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3429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dynamic daily demand (D_t) by modulating baseline hospital pull (B_bg) with epidemic multiplication factors (2.5x on O+/B+ for platelets) and holiday mobility spikes (1.5x), generating proactive 7-day deficit warnings.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463040"/>
            <a:ext cx="3383280" cy="914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691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Actionable LLM Tool Orchestration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Agent: Llama-3.3-70B-Versatile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 JSONSchema Validation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Latency: ~300ms via Groq LPUs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17720" y="3429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unstructured natural language into strictly validated function calls (check_stock, add_donor, get_donor_location_link) with fallback regex parsers and multi-session persistence.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146304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463040"/>
            <a:ext cx="3383280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691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Haversine Spatial Distance Matching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75320" y="2286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377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2R · arcsin(√(sin²(Δφ/2) + cos φ₁ cos φ₂ sin²(Δλ/2)))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34290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great-circle geographical distance between patient emergency coordinates (φ₁, λ₁) and registered donor locations (φ₂, λ₂), sorting by proximity and generating Google Maps navigation queries.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AI Demand Forecasting &amp; Outbreak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EPIDEMIOLOGICAL &amp; SEASONAL FACTORS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Baseline Blood Group Demand (B_bg)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Reflects standard population distribution &amp; hospital pull: O+ (5 units/day), A+ (4 units/day), B+ (3 units/day), O- (2 units/day), others (1 unit/day).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Dengue Outbreak Surge Factor (δ_dengue = 1.5)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monsoon Dengue outbreaks, severe thrombocytopenia causes a 250% surge in demand for high-frequency groups (O+ &amp; B+) for plateletpheresis.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Eid / Holiday Travel Surge (δ_holiday = 0.5)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8463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national transit on highway routes causes a 50% increase in trauma emergency transfusion requirements across regional hospitals.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SEVERITY &amp; COLLECTION TARGETS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1488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2402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(0 Units Left)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Red Alert: Trigger targeted SMS broadcast &amp; emergency blood drives.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30632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546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(&lt; 3 Days Supply)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3383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Depletion Risk: Restrict non-emergency elective surgeries and request buffer stock.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0690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(&lt; 7 Days Supply)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42976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Deficit: Pre-schedule mobile collection drives to replenish weekly target.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489204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9834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(≥ 7 Days Supply)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52120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Buffer: Standard inventory maintenance &amp; First-Expired-First-Out rotation.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Actionable AI Agent &amp; Help Desk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Database Execution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passive chatbots, the agent is equipped with live tools to inspect stock, count donors, file hospital requests, and delete records directly within the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45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AWARENESS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Conversational Form Filling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asked to "add a donor", the agent intelligently converses to collect full name, blood group, phone number, and address before validating and saving the profile.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ROUTING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GPS &amp; Google Maps Routing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queries (e.g. "Location of ID 5") automatically construct exact Google Maps URLs and render interactive "Open in Google Maps" action buttons.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931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HISTORY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&amp; Gemini-Level Persistence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multi-session conversation history, smart auto-titling based on user prompts, collapsible sidebar, multi-line (Shift+Enter) input, and full local persistence.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137160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PRESENTATION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App Router  •  React 19 Server &amp; Client Components  •  ChatGPT-Style Help Desk UI  •  Interactive Maps (Leaflet/Maps)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606040"/>
            <a:ext cx="137160" cy="100584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INTELLIGENCE &amp; AGENT ORCHESTRATION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Llama 3.3 70B Versatile LLM  •  Vercel AI SDK Core Stream  •  Tool Calling Schemas  •  Epidemic Forecasting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137160" cy="1005840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BUSINESS LOGIC &amp; DATA ACCESS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Server Actions &amp; API Route Handlers  •  Haversine Distance Calculator  •  DB Manager with LocalStorage &amp; Cache Fallbacks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892040"/>
            <a:ext cx="13716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PERSISTENT STORAGE &amp; DATABASE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349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PostgreSQL Database  •  Relational Tables (Donors, Stock, Transactions, Users)  •  Persistent Chat Sessions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&amp; Entity Relationship (ER)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560320" cy="44805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002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CC003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donorId (PK, Auto)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name, fatherName, motherName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DOB, Phone, email, gender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bloodGroup, city, address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dateOfDonation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latitude, longitude (GPS)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560320" cy="44805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6002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STOCK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22402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(PK, Auto)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 (Unique A+, O-, etc.)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units (Integer Count)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expiryDate (FEFO Rotation)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updatedAt (Timestamp)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002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6C63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/ REQUESTS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2402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transactionId (PK, Auto)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patientName, hospitalName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bloodGroup, units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(Request Date)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(PENDING / DELIVERED)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560320" cy="44805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16002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0982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SESSIONS &amp; USERS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89720" y="224028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sessionId (PK, UUID)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 (Smart auto-generated)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messages (JSON ModelMessage)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userId, role (ADMIN/USER)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createdAt, updatedAt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Highlights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Bank Management System (BBMS) | AI &amp; Demand Forecasting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 &amp; 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Next.js 16 (Turbopack, App Router)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React 19 (Server Actions, Hooks)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Lucide Icons &amp; Responsive CSS Design Tokens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Leaflet &amp; OpenStreetMap / Google Maps Routing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63040"/>
            <a:ext cx="5120640" cy="7315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Inference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103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Groq LPU Cloud Hardware Inference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Meta Llama 3.3 70B Versatile LLM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Vercel AI SDK 3.x/4.x Tool Calling Stream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Strict JSON Schema &amp; Fallback Regex Parsers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51206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 Persistence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Supabase Managed PostgreSQL DB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 API Route Handlers with Type Safety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 LocalStorage State Mirroring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Automated Health &amp; Connectivity Verification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749040"/>
            <a:ext cx="512064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Speed &amp; Reliability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389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Sub-second LLM streaming latency (~300ms)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Role-Based Authentication &amp; Route Guards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FEFO Expiry Auditing to prevent expired issuance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Multi-tenant Hospital portal dispatch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Blood Supply Chains with Actionable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383280" cy="40233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3383280" cy="7315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We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Preventable Wastage via automated FEFO lifecycle tracking.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Actionable AI Agent executing live database operations.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Outbreak &amp; Holiday Demand Simulation anticipating supply deficits.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Google Maps geospatial navigation for emergency donors.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40233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2011680"/>
            <a:ext cx="33832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Immediate Real-World Impact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Saves critical hours during emergency hospital trauma &amp; surgery calls.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Replaces error-prone paper logs with reliable PostgreSQL storage.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Lowers cognitive burden on hospital staff with natural conversational AI.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Encourages community donor retention with digital badge ID cards.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383280" cy="402336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2011680"/>
            <a:ext cx="33832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Future Roadmap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74320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SMS/WhatsApp broadcast dispatch to matched proximity donors.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 Cold Chain temperature &amp; hemolysis sensors on blood storage units.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Cross-hospital regional blood exchange network integration.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with push notifications for emergency donor mobilization.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2026-08-15T11:57:59Z</dcterms:created>
  <dcterms:modified xsi:type="dcterms:W3CDTF">2026-08-15T11:57:59Z</dcterms:modified>
</cp:coreProperties>
</file>